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7F7F7F"/>
                </a:solidFill>
                <a:latin typeface="Arial"/>
              </a:defRPr>
            </a:pPr>
            <a:r>
              <a:rPr sz="3000" b="0" i="0" u="none" strike="noStrike">
                <a:solidFill>
                  <a:srgbClr val="7F7F7F"/>
                </a:solidFill>
                <a:latin typeface="Arial"/>
              </a:rPr>
              <a:t>Tổng doanh thu (triệu VND)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Tổng doanh thu (triệu VND)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3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T7</c:v>
                  </c:pt>
                  <c:pt idx="1">
                    <c:v>T8</c:v>
                  </c:pt>
                  <c:pt idx="2">
                    <c:v>T9</c:v>
                  </c:pt>
                  <c:pt idx="3">
                    <c:v>T10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</c:v>
                </c:pt>
                <c:pt idx="1">
                  <c:v>285</c:v>
                </c:pt>
                <c:pt idx="2">
                  <c:v>305</c:v>
                </c:pt>
                <c:pt idx="3">
                  <c:v>365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3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7F7F7F"/>
                </a:solidFill>
                <a:latin typeface="Arial"/>
              </a:defRPr>
            </a:pPr>
            <a:r>
              <a:rPr sz="3000" b="0" i="0" u="none" strike="noStrike">
                <a:solidFill>
                  <a:srgbClr val="7F7F7F"/>
                </a:solidFill>
                <a:latin typeface="Arial"/>
              </a:rPr>
              <a:t>Doanh thu tăng T10 so T9 (triệu VND)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tăng T10 so T9 (triệu VND)</c:v>
                </c:pt>
              </c:strCache>
            </c:strRef>
          </c:tx>
          <c:spPr>
            <a:solidFill>
              <a:srgbClr val="F57C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3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Nạp ĐT</c:v>
                  </c:pt>
                  <c:pt idx="1">
                    <c:v>Nạp ví</c:v>
                  </c:pt>
                  <c:pt idx="2">
                    <c:v>Thanh toán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10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3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7F7F7F"/>
                </a:solidFill>
                <a:latin typeface="Arial"/>
              </a:defRPr>
            </a:pPr>
            <a:r>
              <a:rPr sz="3000" b="0" i="0" u="none" strike="noStrike">
                <a:solidFill>
                  <a:srgbClr val="7F7F7F"/>
                </a:solidFill>
                <a:latin typeface="Arial"/>
              </a:rPr>
              <a:t>Lãi ròng (triệu VND)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Lãi ròng (triệu VND)</c:v>
                </c:pt>
              </c:strCache>
            </c:strRef>
          </c:tx>
          <c:spPr>
            <a:solidFill>
              <a:srgbClr val="1F3864"/>
            </a:solidFill>
            <a:ln w="50800" cap="flat">
              <a:solidFill>
                <a:srgbClr val="1F38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3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T7</c:v>
                  </c:pt>
                  <c:pt idx="1">
                    <c:v>T8</c:v>
                  </c:pt>
                  <c:pt idx="2">
                    <c:v>T9</c:v>
                  </c:pt>
                  <c:pt idx="3">
                    <c:v>T10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203</c:v>
                </c:pt>
                <c:pt idx="1">
                  <c:v>222</c:v>
                </c:pt>
                <c:pt idx="2">
                  <c:v>241</c:v>
                </c:pt>
                <c:pt idx="3">
                  <c:v>289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30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1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7F7F7F"/>
                </a:solidFill>
                <a:latin typeface="Arial"/>
              </a:defRPr>
            </a:pPr>
            <a:r>
              <a:rPr sz="3000" b="0" i="0" u="none" strike="noStrike">
                <a:solidFill>
                  <a:srgbClr val="7F7F7F"/>
                </a:solidFill>
                <a:latin typeface="Arial"/>
              </a:rPr>
              <a:t>Phí ngân hàng / doanh thu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Phí ngân hàng / doanh thu (%)</c:v>
                </c:pt>
              </c:strCache>
            </c:strRef>
          </c:tx>
          <c:spPr>
            <a:solidFill>
              <a:srgbClr val="C62828"/>
            </a:solidFill>
            <a:ln w="50800" cap="flat">
              <a:solidFill>
                <a:srgbClr val="C62828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3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T7</c:v>
                  </c:pt>
                  <c:pt idx="1">
                    <c:v>T8</c:v>
                  </c:pt>
                  <c:pt idx="2">
                    <c:v>T9</c:v>
                  </c:pt>
                  <c:pt idx="3">
                    <c:v>T10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17.3</c:v>
                </c:pt>
                <c:pt idx="1">
                  <c:v>16.8</c:v>
                </c:pt>
                <c:pt idx="2">
                  <c:v>16.4</c:v>
                </c:pt>
                <c:pt idx="3">
                  <c:v>15.9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1" i="0" strike="noStrike" sz="30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  <c:min val="1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kết luận trước, chi tiết sau. Toàn bộ số liệu là dữ liệu mẫu giả định, đơn vị triệu VND.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doanh thu: 260, 285, 305, 365 triệu. Tháng 10 so tháng 9: 365/305 - 1 = 19,7%. Nạp điện thoại là dịch vụ tăng mạnh nhất (xem slide sau).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Mức tăng theo dịch vụ: nạp điện thoại 175-140 = 35; nạp ví 100-90 = 10; thanh toán 90-75 = 15. Tổng 60 triệu. Nạp điện thoại chiếm khoảng 58% mức tăng. Chưa có dữ liệu để khẳng định nguyên nhân là ưu đãi.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Lãi ròng = doanh thu - phí ngân hàng - chi hoàn tiền: 203, 222, 241, 289. Tháng 10: 289/241 - 1 = 19,9%.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Phí ngân hàng chia tổng doanh thu: 45/260 = 17,3%; 48/285 = 16,8%; 50/305 = 16,4%; 58/365 = 15,9%. Chi phí tăng chậm hơn doanh thu.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đề xuất của người lập, không phải kết luận từ dữ liệu. 6 slide, khoảng 10 phút trình bày, font tối thiểu 30pt (Rule 10/20/30: tối đa 10 slide, 20 phút, 30pt).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PayKX: Lãi ròng tháng 10 tăng 19,9%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9E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lỗ lãi tháng 10/2026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tháng 10 tăng 19,7% nhờ nạp điện thoại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417320"/>
          <a:ext cx="8412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Nạp điện thoại đóng góp 35 trên 60 triệu mức tăng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417320"/>
          <a:ext cx="8412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Lãi ròng đạt 289 triệu, tăng 19,9% so với tháng 9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417320"/>
          <a:ext cx="8412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Phí ngân hàng giảm xuống 15,9% doanh thu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417320"/>
          <a:ext cx="8412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xuất: đẩy mạnh nạp điện thoại trong tháng 11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ưu đãi nạp điện thoại</a:t>
            </a:r>
            <a:endParaRPr lang="en-US" sz="3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phí ngân hàng</a:t>
            </a:r>
            <a:endParaRPr lang="en-US" sz="3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hiệu quả theo từng dịch vụ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PayKX - Báo cáo lỗ lãi tháng 10/2026</dc:title>
  <dc:subject>PptxGenJS Presentation</dc:subject>
  <dc:creator>PptxGenJS</dc:creator>
  <cp:lastModifiedBy>PptxGenJS</cp:lastModifiedBy>
  <cp:revision>1</cp:revision>
  <dcterms:created xsi:type="dcterms:W3CDTF">2026-10-26T08:48:11Z</dcterms:created>
  <dcterms:modified xsi:type="dcterms:W3CDTF">2026-10-26T08:48:11Z</dcterms:modified>
</cp:coreProperties>
</file>